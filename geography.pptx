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高中地理选讲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810000" y="3429000"/>
            <a:ext cx="4572000" cy="50800"/>
          </a:xfrm>
          <a:prstGeom prst="roundRect">
            <a:avLst>
              <a:gd name="adj" fmla="val 0"/>
            </a:avLst>
          </a:prstGeom>
          <a:solidFill>
            <a:srgbClr val="ADD8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地理视角下的人类社会与自然环境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" y="4953000"/>
            <a:ext cx="777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</a:pPr>
            <a:r>
              <a:rPr lang="en-US" altLang="zh-CN" sz="16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G105</a:t>
            </a:r>
            <a:r>
              <a:rPr lang="zh-CN" altLang="en-US" sz="1600" b="1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数学</a:t>
            </a:r>
            <a:r>
              <a:rPr lang="en-US" altLang="zh-CN" sz="1600" b="1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600" b="1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组 </a:t>
            </a:r>
            <a:r>
              <a:rPr lang="zh-CN" altLang="en-US" sz="16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廖中翰 郑午懿 邱俊浩 李泽朋 林叙成 </a:t>
            </a:r>
            <a:endParaRPr lang="en-US" altLang="zh-CN" sz="1600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演讲</a:t>
            </a:r>
            <a:r>
              <a:rPr 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廖中翰</a:t>
            </a:r>
            <a:endParaRPr lang="en-US" sz="16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2026年5月27日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A46B27-1CA3-3D66-6E19-9744C945E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4756" y="3987800"/>
            <a:ext cx="4655645" cy="27126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8E340F-87B4-1585-784D-6E781371B0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797" y="221673"/>
            <a:ext cx="3026814" cy="33343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Office PowerPoint</Application>
  <PresentationFormat>宽屏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Noto Sans SC</vt:lpstr>
      <vt:lpstr>Arial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Zheng Steven Zheng</cp:lastModifiedBy>
  <cp:revision>3</cp:revision>
  <dcterms:modified xsi:type="dcterms:W3CDTF">2026-05-23T08:24:34Z</dcterms:modified>
</cp:coreProperties>
</file>